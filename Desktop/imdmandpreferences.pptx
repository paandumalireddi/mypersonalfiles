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sldIdLst>
    <p:sldId id="260" r:id="rId3"/>
    <p:sldId id="258" r:id="rId4"/>
    <p:sldId id="263" r:id="rId5"/>
    <p:sldId id="265" r:id="rId6"/>
    <p:sldId id="264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CEB2-589D-4617-BE1F-19214CC86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5BF8B-E91B-48CB-A321-1CE7605A6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C897D-EE83-45A6-BDC8-60CA3862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73697-6775-410A-AB52-2330657E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DF8D7-4FDE-421A-9F73-2088DD7F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5A3B2-BF6C-4646-9230-80778EE3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E74D4-2CA2-46D1-B61A-86D6BE6C3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13518-8996-4E93-B24C-27E1C8877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E8143-AC3B-42AF-B3C1-C94AF326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556CE-ED46-47A8-B2A9-ECE95BFC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7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6142-40EF-4F86-866C-46BAF190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3748D-3789-4E4A-9361-22E9A6435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3D3A3-BA24-465E-A4AB-971641AB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89648-2298-4D3E-88E2-01FE52F2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7A876-1AAB-474A-BCC0-2955CADF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5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D32F-2B9A-4448-B5E8-F3FB7387F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D5A5D-15D7-4870-9777-0B65D3E15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947B4-AB4F-4608-96CB-850C3A2C2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45599-5536-47CF-8162-C9A55F96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E3607-9AF0-472A-82EA-FDD7B151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87D98-4248-458D-B049-522046F5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6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E187-598E-49E6-94CC-47B1D2F8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8064B-53FE-433C-999E-F38811320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81A6A-C809-4857-8542-61F6F3FD4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7300D-1429-45B3-8B7B-0EFAE04A1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98CDA-BA79-4821-818A-F4C4707E4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55BDC-2AC7-4B35-A43A-D9C90EBF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C42C2-483C-4002-BDC1-202F190D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723F7-A518-4D76-955E-79DD7013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6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A4FAE-BCE9-4F4E-A43A-5ACAEE28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5F68E3-C3D7-4753-9B52-31CD2AF9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7D3588-8A4B-4419-A5F6-157F5646C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C8414-656B-4F3D-9ACC-8D9ECEC5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0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562BE7-A05C-4A9A-853D-2E2BBF54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5E2E8-8571-4AB1-99B8-DBE63D4C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1A9DC-1FD8-4987-A635-ADE9F635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8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60FC9-0F78-433F-A39E-67D486B8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0E4EF-6DA3-4ACE-81D6-B6702BAEC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47486-13E2-4DE9-A412-813E161AF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48745-9A21-4B2C-8759-2000A425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71DDA-FA83-4904-930F-034C5F25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9854A-9673-4185-9EE7-8FA18111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8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FC07-FD25-40F4-A02E-265629382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8C698-7F10-44E3-B2D5-A3080C23B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C9771-2F56-4B81-AC2C-A0D7BC1AB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1C593-B919-42E0-8D51-D3628FE12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443FD-EF53-4D98-819A-D65B2220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19CC2-0DBD-4CC1-ACC9-B1E6C294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7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A618-FBA2-471B-A343-600D8C5F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6DA70-44CE-445D-A4A0-CDF6557A9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301F2-1327-45E5-893B-BA5A311F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A4FE6-53DB-449A-8BE5-51C5E918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29757-1301-4298-A0AB-39CE0D04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8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DF133F-83FB-4D42-A5BD-B3DC4ED9A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AACE3-871F-4C6D-9495-85F6A9F9D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7313E-70E8-47B3-8A52-17712785A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FC888-E396-407E-9468-4664BC3D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D234-5901-4C41-9C06-06B95B29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75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12/7/2021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186951-7C1A-407B-B527-86244F99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C6704-7CC1-4686-837D-6259ABC58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7E80A-37B0-40D6-8ED2-2AC8BDD94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94A73-25E2-4E2E-8333-963D2A59ADA0}" type="datetimeFigureOut">
              <a:rPr lang="en-US" smtClean="0"/>
              <a:t>12/7/2021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1E671-5733-4F19-9F2B-26BD2D4C7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C1055-99D3-474D-B2AA-26EFD8D73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F5EA5-637E-4DA9-AEB3-F5A73EA8F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12/7/2021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224511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EPIM,EPMP &amp; IMDM Solutions Using spring Boot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C6F02F-DFC8-4DB5-9852-9084D2811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999BDB-D1E9-412A-8717-E104000B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958"/>
            <a:ext cx="12171571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773D3A-69FE-44CF-8E7A-8431F1B3D4C1}"/>
              </a:ext>
            </a:extLst>
          </p:cNvPr>
          <p:cNvSpPr txBox="1"/>
          <p:nvPr/>
        </p:nvSpPr>
        <p:spPr>
          <a:xfrm>
            <a:off x="935665" y="116958"/>
            <a:ext cx="479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IMDM Architecture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2600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3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F41D8E-65E2-4530-94D5-F28940057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805815"/>
            <a:ext cx="10629900" cy="5572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89CEBB-B013-4346-BF4C-ED8E1DEE78E3}"/>
              </a:ext>
            </a:extLst>
          </p:cNvPr>
          <p:cNvSpPr txBox="1"/>
          <p:nvPr/>
        </p:nvSpPr>
        <p:spPr>
          <a:xfrm>
            <a:off x="690794" y="454634"/>
            <a:ext cx="3943350" cy="37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EPMP Preferences </a:t>
            </a:r>
            <a:r>
              <a:rPr lang="en-US" b="1" dirty="0" err="1"/>
              <a:t>Architecure</a:t>
            </a:r>
            <a:r>
              <a:rPr lang="en-US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6805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EFC3-1087-404A-90EA-D622ACFA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655"/>
            <a:ext cx="10515600" cy="825624"/>
          </a:xfrm>
        </p:spPr>
        <p:txBody>
          <a:bodyPr>
            <a:normAutofit/>
          </a:bodyPr>
          <a:lstStyle/>
          <a:p>
            <a:r>
              <a:rPr lang="en-US" b="1" u="sng" dirty="0"/>
              <a:t>Preferences Block Diagram: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84665C-9871-4094-A2BA-6F7DEEB18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923925"/>
            <a:ext cx="10515600" cy="5253038"/>
          </a:xfrm>
        </p:spPr>
      </p:pic>
    </p:spTree>
    <p:extLst>
      <p:ext uri="{BB962C8B-B14F-4D97-AF65-F5344CB8AC3E}">
        <p14:creationId xmlns:p14="http://schemas.microsoft.com/office/powerpoint/2010/main" val="181321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6B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211A5-6969-4603-A5E5-3395C807E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012" y="754602"/>
            <a:ext cx="11237976" cy="5623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2E4578-17CA-4CF6-B347-85A703BD1728}"/>
              </a:ext>
            </a:extLst>
          </p:cNvPr>
          <p:cNvSpPr txBox="1"/>
          <p:nvPr/>
        </p:nvSpPr>
        <p:spPr>
          <a:xfrm>
            <a:off x="477012" y="432665"/>
            <a:ext cx="553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EPIM Architecture:</a:t>
            </a:r>
          </a:p>
        </p:txBody>
      </p:sp>
    </p:spTree>
    <p:extLst>
      <p:ext uri="{BB962C8B-B14F-4D97-AF65-F5344CB8AC3E}">
        <p14:creationId xmlns:p14="http://schemas.microsoft.com/office/powerpoint/2010/main" val="224479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9314-5F5A-4986-827F-538AE29D2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Technologies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D43F4-424B-4042-9A54-118DC5D89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943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Spring boot</a:t>
            </a:r>
          </a:p>
          <a:p>
            <a:pPr lvl="1"/>
            <a:r>
              <a:rPr lang="en-US" dirty="0"/>
              <a:t>Kafka Listener(Java)</a:t>
            </a:r>
          </a:p>
          <a:p>
            <a:pPr lvl="1"/>
            <a:r>
              <a:rPr lang="en-US" dirty="0"/>
              <a:t>Tomcat</a:t>
            </a:r>
          </a:p>
          <a:p>
            <a:r>
              <a:rPr lang="en-US" dirty="0"/>
              <a:t>Docker</a:t>
            </a:r>
          </a:p>
          <a:p>
            <a:r>
              <a:rPr lang="en-US" dirty="0"/>
              <a:t>Kubernetes</a:t>
            </a:r>
          </a:p>
          <a:p>
            <a:r>
              <a:rPr lang="en-US" dirty="0"/>
              <a:t>Jenkins</a:t>
            </a:r>
          </a:p>
          <a:p>
            <a:r>
              <a:rPr lang="en-US" dirty="0" err="1"/>
              <a:t>JFrog</a:t>
            </a:r>
            <a:r>
              <a:rPr lang="en-US" dirty="0"/>
              <a:t> antifactory</a:t>
            </a:r>
          </a:p>
          <a:p>
            <a:r>
              <a:rPr lang="en-US" dirty="0"/>
              <a:t>GIT</a:t>
            </a:r>
          </a:p>
          <a:p>
            <a:r>
              <a:rPr lang="en-US" dirty="0"/>
              <a:t>Prometheus</a:t>
            </a:r>
          </a:p>
          <a:p>
            <a:r>
              <a:rPr lang="en-US" dirty="0"/>
              <a:t>Grafana</a:t>
            </a:r>
          </a:p>
          <a:p>
            <a:pPr marL="0" indent="0">
              <a:buNone/>
            </a:pPr>
            <a:r>
              <a:rPr lang="en-US" b="1" dirty="0"/>
              <a:t>Technologies Going to be use:</a:t>
            </a:r>
          </a:p>
          <a:p>
            <a:r>
              <a:rPr lang="en-US" dirty="0"/>
              <a:t>Sonar </a:t>
            </a:r>
            <a:r>
              <a:rPr lang="en-US" dirty="0" err="1"/>
              <a:t>Qube</a:t>
            </a:r>
            <a:r>
              <a:rPr lang="en-US" dirty="0"/>
              <a:t> </a:t>
            </a:r>
          </a:p>
          <a:p>
            <a:r>
              <a:rPr lang="en-US" dirty="0"/>
              <a:t>HP fortify scan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5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3E7B2-6288-470B-899A-2A79F265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Grafana Dashboard: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9B7EA4-E769-4C2E-9C1F-DE904B21B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5" y="400050"/>
            <a:ext cx="7195609" cy="587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738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</TotalTime>
  <Words>56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Garamond</vt:lpstr>
      <vt:lpstr>Office Theme</vt:lpstr>
      <vt:lpstr>SavonVTI</vt:lpstr>
      <vt:lpstr>EPIM,EPMP &amp; IMDM Solutions Using spring Boot</vt:lpstr>
      <vt:lpstr>PowerPoint Presentation</vt:lpstr>
      <vt:lpstr>PowerPoint Presentation</vt:lpstr>
      <vt:lpstr>Preferences Block Diagram:</vt:lpstr>
      <vt:lpstr>PowerPoint Presentation</vt:lpstr>
      <vt:lpstr>Technologies Used:</vt:lpstr>
      <vt:lpstr>Grafana Dashboard: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Pandavulu, Malireddi</dc:creator>
  <cp:lastModifiedBy>Pandavulu, Malireddi</cp:lastModifiedBy>
  <cp:revision>30</cp:revision>
  <dcterms:created xsi:type="dcterms:W3CDTF">2021-12-07T10:46:16Z</dcterms:created>
  <dcterms:modified xsi:type="dcterms:W3CDTF">2021-12-08T14:51:43Z</dcterms:modified>
</cp:coreProperties>
</file>