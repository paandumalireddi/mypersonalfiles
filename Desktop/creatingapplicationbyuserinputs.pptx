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sldIdLst>
    <p:sldId id="257" r:id="rId5"/>
    <p:sldId id="258" r:id="rId6"/>
    <p:sldId id="259" r:id="rId7"/>
    <p:sldId id="260"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529"/>
    <a:srgbClr val="2B3922"/>
    <a:srgbClr val="2E3722"/>
    <a:srgbClr val="FCF7F1"/>
    <a:srgbClr val="B8D233"/>
    <a:srgbClr val="5CC6D6"/>
    <a:srgbClr val="F8D22F"/>
    <a:srgbClr val="F03F2B"/>
    <a:srgbClr val="3488A0"/>
    <a:srgbClr val="5790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2" autoAdjust="0"/>
    <p:restoredTop sz="94619" autoAdjust="0"/>
  </p:normalViewPr>
  <p:slideViewPr>
    <p:cSldViewPr snapToGrid="0">
      <p:cViewPr varScale="1">
        <p:scale>
          <a:sx n="86" d="100"/>
          <a:sy n="86" d="100"/>
        </p:scale>
        <p:origin x="55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9/21/2021</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9/21/2021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9/21/2021</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9/21/2021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9/21/2021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9/21/2021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9/21/2021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9/21/2021</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9/21/2021</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82230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9/21/2021</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bstract image">
            <a:extLst>
              <a:ext uri="{FF2B5EF4-FFF2-40B4-BE49-F238E27FC236}">
                <a16:creationId xmlns:a16="http://schemas.microsoft.com/office/drawing/2014/main" id="{8045422F-7258-40AC-BD2E-2469AA448922}"/>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62197" y="261267"/>
            <a:ext cx="12191980" cy="6857990"/>
          </a:xfrm>
          <a:prstGeom prst="rect">
            <a:avLst/>
          </a:prstGeom>
        </p:spPr>
      </p:pic>
      <p:sp>
        <p:nvSpPr>
          <p:cNvPr id="82" name="Rectangle 81">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5067"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84" name="Rectangle 83">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61010"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6033793" y="2355458"/>
            <a:ext cx="4775075" cy="1630907"/>
          </a:xfrm>
        </p:spPr>
        <p:txBody>
          <a:bodyPr>
            <a:normAutofit fontScale="90000"/>
          </a:bodyPr>
          <a:lstStyle/>
          <a:p>
            <a:r>
              <a:rPr lang="en-US" sz="4400" dirty="0">
                <a:solidFill>
                  <a:schemeClr val="tx1"/>
                </a:solidFill>
              </a:rPr>
              <a:t>Creating application by taking inputs from User</a:t>
            </a:r>
          </a:p>
        </p:txBody>
      </p:sp>
      <p:sp>
        <p:nvSpPr>
          <p:cNvPr id="5" name="Subtitle 4">
            <a:extLst>
              <a:ext uri="{FF2B5EF4-FFF2-40B4-BE49-F238E27FC236}">
                <a16:creationId xmlns:a16="http://schemas.microsoft.com/office/drawing/2014/main" id="{A37B35D9-3C60-488B-9B53-9B1954FB82FE}"/>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8428075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217E2C-3648-46C8-854E-C7C4BF0CE16E}"/>
              </a:ext>
            </a:extLst>
          </p:cNvPr>
          <p:cNvSpPr>
            <a:spLocks noGrp="1"/>
          </p:cNvSpPr>
          <p:nvPr>
            <p:ph idx="1"/>
          </p:nvPr>
        </p:nvSpPr>
        <p:spPr>
          <a:xfrm>
            <a:off x="1066800" y="506027"/>
            <a:ext cx="10058400" cy="5446717"/>
          </a:xfrm>
        </p:spPr>
        <p:txBody>
          <a:bodyPr/>
          <a:lstStyle/>
          <a:p>
            <a:r>
              <a:rPr lang="en-US" dirty="0"/>
              <a:t>Problem Statement:</a:t>
            </a:r>
          </a:p>
          <a:p>
            <a:endParaRPr lang="en-US" dirty="0"/>
          </a:p>
          <a:p>
            <a:pPr marL="0" indent="0">
              <a:buNone/>
            </a:pPr>
            <a:r>
              <a:rPr lang="en-US" dirty="0"/>
              <a:t>Currently we are building applications from scratch i.e., if we want Kafka with spring boot we are taking from some existing application and need to modify manually. There might be some cases where we can miss some configurations. And only Java developers can create/modify the project.</a:t>
            </a:r>
          </a:p>
        </p:txBody>
      </p:sp>
    </p:spTree>
    <p:extLst>
      <p:ext uri="{BB962C8B-B14F-4D97-AF65-F5344CB8AC3E}">
        <p14:creationId xmlns:p14="http://schemas.microsoft.com/office/powerpoint/2010/main" val="1851375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B58F9-88F6-44CF-8A58-E11CA5330D49}"/>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1904936E-2F9A-4E1F-9880-5754856AB099}"/>
              </a:ext>
            </a:extLst>
          </p:cNvPr>
          <p:cNvSpPr>
            <a:spLocks noGrp="1"/>
          </p:cNvSpPr>
          <p:nvPr>
            <p:ph idx="1"/>
          </p:nvPr>
        </p:nvSpPr>
        <p:spPr/>
        <p:txBody>
          <a:bodyPr/>
          <a:lstStyle/>
          <a:p>
            <a:r>
              <a:rPr lang="en-US" dirty="0"/>
              <a:t>We can build one web application where we can offer different kind of solutions like spring boot +</a:t>
            </a:r>
            <a:r>
              <a:rPr lang="en-US" dirty="0" err="1"/>
              <a:t>kafka</a:t>
            </a:r>
            <a:r>
              <a:rPr lang="en-US" dirty="0"/>
              <a:t> then we ask certificates, registry </a:t>
            </a:r>
            <a:r>
              <a:rPr lang="en-US" dirty="0" err="1"/>
              <a:t>url</a:t>
            </a:r>
            <a:r>
              <a:rPr lang="en-US" dirty="0"/>
              <a:t>, topic name and necessary information to connect and fetch data.</a:t>
            </a:r>
          </a:p>
          <a:p>
            <a:endParaRPr lang="en-US" dirty="0"/>
          </a:p>
          <a:p>
            <a:r>
              <a:rPr lang="en-US" dirty="0"/>
              <a:t>Same way we can add features like creating a </a:t>
            </a:r>
            <a:r>
              <a:rPr lang="en-US" dirty="0" err="1"/>
              <a:t>sqoop</a:t>
            </a:r>
            <a:r>
              <a:rPr lang="en-US" dirty="0"/>
              <a:t> job from the </a:t>
            </a:r>
            <a:r>
              <a:rPr lang="en-US" dirty="0" err="1"/>
              <a:t>ui</a:t>
            </a:r>
            <a:r>
              <a:rPr lang="en-US" dirty="0"/>
              <a:t> and will give the final script</a:t>
            </a:r>
          </a:p>
        </p:txBody>
      </p:sp>
    </p:spTree>
    <p:extLst>
      <p:ext uri="{BB962C8B-B14F-4D97-AF65-F5344CB8AC3E}">
        <p14:creationId xmlns:p14="http://schemas.microsoft.com/office/powerpoint/2010/main" val="3606104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CFA669-8BC7-49E9-ADFB-295E2802C5E2}"/>
              </a:ext>
            </a:extLst>
          </p:cNvPr>
          <p:cNvSpPr>
            <a:spLocks noGrp="1"/>
          </p:cNvSpPr>
          <p:nvPr>
            <p:ph idx="1"/>
          </p:nvPr>
        </p:nvSpPr>
        <p:spPr>
          <a:xfrm>
            <a:off x="1066800" y="1038687"/>
            <a:ext cx="10058400" cy="4914057"/>
          </a:xfrm>
        </p:spPr>
        <p:txBody>
          <a:bodyPr/>
          <a:lstStyle/>
          <a:p>
            <a:endParaRPr lang="en-US" dirty="0"/>
          </a:p>
          <a:p>
            <a:endParaRPr lang="en-US" dirty="0"/>
          </a:p>
          <a:p>
            <a:endParaRPr lang="en-US" dirty="0"/>
          </a:p>
          <a:p>
            <a:endParaRPr lang="en-US" dirty="0"/>
          </a:p>
          <a:p>
            <a:pPr marL="0" indent="0">
              <a:buNone/>
            </a:pPr>
            <a:r>
              <a:rPr lang="en-US" sz="9600" dirty="0"/>
              <a:t>     Thank you</a:t>
            </a:r>
          </a:p>
        </p:txBody>
      </p:sp>
    </p:spTree>
    <p:extLst>
      <p:ext uri="{BB962C8B-B14F-4D97-AF65-F5344CB8AC3E}">
        <p14:creationId xmlns:p14="http://schemas.microsoft.com/office/powerpoint/2010/main" val="7636264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FIVE">
      <a:dk1>
        <a:sysClr val="windowText" lastClr="000000"/>
      </a:dk1>
      <a:lt1>
        <a:sysClr val="window" lastClr="FFFFFF"/>
      </a:lt1>
      <a:dk2>
        <a:srgbClr val="505046"/>
      </a:dk2>
      <a:lt2>
        <a:srgbClr val="F5F6F4"/>
      </a:lt2>
      <a:accent1>
        <a:srgbClr val="57903F"/>
      </a:accent1>
      <a:accent2>
        <a:srgbClr val="F03F2B"/>
      </a:accent2>
      <a:accent3>
        <a:srgbClr val="3488A0"/>
      </a:accent3>
      <a:accent4>
        <a:srgbClr val="F8D22F"/>
      </a:accent4>
      <a:accent5>
        <a:srgbClr val="5CC6D6"/>
      </a:accent5>
      <a:accent6>
        <a:srgbClr val="B8D233"/>
      </a:accent6>
      <a:hlink>
        <a:srgbClr val="00B0F0"/>
      </a:hlink>
      <a:folHlink>
        <a:srgbClr val="B2B2B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Original 5_01_Win32" id="{77344C68-A3F1-476B-8680-97D7F429B46B}" vid="{89780073-58E8-4DFF-BF29-BA99F8052841}"/>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7651BA-F45C-4845-9AB3-E0A65B39F5E1}">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CDB58277-F8DF-46FF-84EC-EF41B835E69F}">
  <ds:schemaRefs>
    <ds:schemaRef ds:uri="http://schemas.microsoft.com/sharepoint/v3/contenttype/forms"/>
  </ds:schemaRefs>
</ds:datastoreItem>
</file>

<file path=customXml/itemProps3.xml><?xml version="1.0" encoding="utf-8"?>
<ds:datastoreItem xmlns:ds="http://schemas.openxmlformats.org/officeDocument/2006/customXml" ds:itemID="{2D276E62-80A3-44DD-9BCC-97ED2B99B5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{91343956-6B03-44D0-8E31-08E603C42E4E}tf78438558_win32</Template>
  <TotalTime>13</TotalTime>
  <Words>127</Words>
  <Application>Microsoft Office PowerPoint</Application>
  <PresentationFormat>Widescreen</PresentationFormat>
  <Paragraphs>13</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Century Gothic</vt:lpstr>
      <vt:lpstr>Garamond</vt:lpstr>
      <vt:lpstr>SavonVTI</vt:lpstr>
      <vt:lpstr>Creating application by taking inputs from User</vt:lpstr>
      <vt:lpstr>PowerPoint Presentation</vt:lpstr>
      <vt:lpstr>Solution: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application by taking inputs from User</dc:title>
  <dc:creator>Malireddi</dc:creator>
  <cp:lastModifiedBy>Malireddi</cp:lastModifiedBy>
  <cp:revision>4</cp:revision>
  <dcterms:created xsi:type="dcterms:W3CDTF">2021-09-21T08:00:11Z</dcterms:created>
  <dcterms:modified xsi:type="dcterms:W3CDTF">2021-09-21T08:13:16Z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